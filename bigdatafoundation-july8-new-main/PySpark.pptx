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4" roundtripDataSignature="AMtx7mgob5VaS2AWdLE4QGo8juF0y0Yw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bec52af3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g1bec52af31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bec52af315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1bec52af315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c0d4a101c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1c0d4a101cc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bec52af31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1bec52af315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fa82cec6f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1fa82cec6f4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c0d4a101c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1c0d4a101c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c0d4a101c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1c0d4a101cc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0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20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1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21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2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3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4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24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24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5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6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9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9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19"/>
          <p:cNvSpPr txBox="1"/>
          <p:nvPr/>
        </p:nvSpPr>
        <p:spPr>
          <a:xfrm>
            <a:off x="381000" y="4888706"/>
            <a:ext cx="71370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DataMites®. All Rights Reserved | www.datamites.com                    DATA SCIENCE FOUNDATION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5" name="Google Shape;15;p1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2857" y="4635049"/>
            <a:ext cx="1168743" cy="30247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bec52af315_1_0"/>
          <p:cNvSpPr txBox="1"/>
          <p:nvPr>
            <p:ph type="ctrTitle"/>
          </p:nvPr>
        </p:nvSpPr>
        <p:spPr>
          <a:xfrm>
            <a:off x="4572000" y="1080925"/>
            <a:ext cx="4495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/>
              <a:t>           PySpark</a:t>
            </a:r>
            <a:endParaRPr b="1" sz="4000"/>
          </a:p>
        </p:txBody>
      </p:sp>
      <p:sp>
        <p:nvSpPr>
          <p:cNvPr id="51" name="Google Shape;51;g1bec52af315_1_0"/>
          <p:cNvSpPr txBox="1"/>
          <p:nvPr>
            <p:ph idx="12" type="sldNum"/>
          </p:nvPr>
        </p:nvSpPr>
        <p:spPr>
          <a:xfrm>
            <a:off x="8458200" y="4888706"/>
            <a:ext cx="53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1bec52af315_1_0"/>
          <p:cNvSpPr txBox="1"/>
          <p:nvPr>
            <p:ph idx="1" type="subTitle"/>
          </p:nvPr>
        </p:nvSpPr>
        <p:spPr>
          <a:xfrm>
            <a:off x="5166975" y="2252150"/>
            <a:ext cx="35331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</a:rPr>
              <a:t>      Overview</a:t>
            </a:r>
            <a:endParaRPr/>
          </a:p>
        </p:txBody>
      </p:sp>
      <p:pic>
        <p:nvPicPr>
          <p:cNvPr descr="Image result for machine learning robot" id="53" name="Google Shape;53;g1bec52af315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6000"/>
            <a:ext cx="44958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PySpark Introduction</a:t>
            </a:r>
            <a:endParaRPr sz="2800"/>
          </a:p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  <a:highlight>
                  <a:srgbClr val="FFFFFF"/>
                </a:highlight>
              </a:rPr>
              <a:t>PySpark is an interface for Spark in Python. It provides excellent API support to  PySpark shell for interactively analysing the data in a distributed condition. 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  <a:highlight>
                  <a:srgbClr val="FFFFFF"/>
                </a:highlight>
              </a:rPr>
              <a:t>PySpark supports   DataFrame, Streaming, MLlib (Machine Learning) ,Spark Core,Spark SQL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bec52af315_1_51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Pyspark Configuration</a:t>
            </a:r>
            <a:endParaRPr sz="2800"/>
          </a:p>
        </p:txBody>
      </p:sp>
      <p:sp>
        <p:nvSpPr>
          <p:cNvPr id="66" name="Google Shape;66;g1bec52af315_1_51"/>
          <p:cNvSpPr txBox="1"/>
          <p:nvPr>
            <p:ph idx="1" type="body"/>
          </p:nvPr>
        </p:nvSpPr>
        <p:spPr>
          <a:xfrm>
            <a:off x="966250" y="1025125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67" name="Google Shape;67;g1bec52af315_1_51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g1bec52af315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663" y="1238250"/>
            <a:ext cx="38766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0d4a101cc_0_4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Pyspark Configuration</a:t>
            </a:r>
            <a:endParaRPr sz="2800"/>
          </a:p>
        </p:txBody>
      </p:sp>
      <p:sp>
        <p:nvSpPr>
          <p:cNvPr id="74" name="Google Shape;74;g1c0d4a101cc_0_4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75" name="Google Shape;75;g1c0d4a101cc_0_4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1c0d4a101cc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1150" y="829250"/>
            <a:ext cx="5981700" cy="40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bec52af315_1_44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82" name="Google Shape;82;g1bec52af315_1_44"/>
          <p:cNvSpPr txBox="1"/>
          <p:nvPr>
            <p:ph idx="1" type="body"/>
          </p:nvPr>
        </p:nvSpPr>
        <p:spPr>
          <a:xfrm>
            <a:off x="81650" y="8131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RDD stands for Resilient Distributed Dataset in PySpark. It is a fundamental data structure in Spark and the core of the Spark programming model. It represents an immutable, distributed collection of objects that can be processed in parallel.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RDDs are created by parallelizing an existing collection of objects or by loading an external dataset. Once created, RDDs can be transformed and processed in parallel using a variety of operations such as filter, map, reduce, and join. RDDs can also be cached in memory for faster access.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RDDs are fault-tolerant, meaning that they can recover from node failures. When a node fails, the data stored on that node is automatically replicated to other nodes in the cluster, so that the RDD can continue to be processed without interruption.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83" name="Google Shape;83;g1bec52af315_1_44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a82cec6f4_0_2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89" name="Google Shape;89;g1fa82cec6f4_0_2"/>
          <p:cNvSpPr txBox="1"/>
          <p:nvPr>
            <p:ph idx="1" type="body"/>
          </p:nvPr>
        </p:nvSpPr>
        <p:spPr>
          <a:xfrm>
            <a:off x="81650" y="8131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RDDs have been replaced by DataFrames and Dataset API in Spark 2.0. But RDD API is still supported for backward compatibility.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RDDs have the following characteristics: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Resilient: Able to recover from node failures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Distributed: Stored across multiple nodes in a cluster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Dataset: Immutable collection of objects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Parallel: Able to be processed in parallel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You can use the PySpark library to create RDDs and perform operations on them.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90" name="Google Shape;90;g1fa82cec6f4_0_2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c0d4a101cc_0_15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96" name="Google Shape;96;g1c0d4a101cc_0_15"/>
          <p:cNvSpPr txBox="1"/>
          <p:nvPr>
            <p:ph idx="1" type="body"/>
          </p:nvPr>
        </p:nvSpPr>
        <p:spPr>
          <a:xfrm>
            <a:off x="81650" y="8131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Iterative Operations on Spark RDD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97" name="Google Shape;97;g1c0d4a101cc_0_15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g1c0d4a101cc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700213"/>
            <a:ext cx="571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c0d4a101cc_0_23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104" name="Google Shape;104;g1c0d4a101cc_0_23"/>
          <p:cNvSpPr txBox="1"/>
          <p:nvPr>
            <p:ph idx="1" type="body"/>
          </p:nvPr>
        </p:nvSpPr>
        <p:spPr>
          <a:xfrm>
            <a:off x="71175" y="7816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Interactive Operations on Spark RDD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05" name="Google Shape;105;g1c0d4a101cc_0_23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g1c0d4a101cc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828800"/>
            <a:ext cx="57150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