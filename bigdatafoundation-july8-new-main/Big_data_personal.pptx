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68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48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37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25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9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138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73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03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27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79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7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9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74C1D-F819-42E6-8B33-C2580BCC4600}" type="datetimeFigureOut">
              <a:rPr lang="en-IN" smtClean="0"/>
              <a:t>01-03-2024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17D87-E50A-43FC-9EDB-354F66DB4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43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Big data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14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https://media.geeksforgeeks.org/wp-content/uploads/20200621102239/Hadoop-componants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245" y="627446"/>
            <a:ext cx="8917509" cy="608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12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https://media.geeksforgeeks.org/wp-content/cdn-uploads/20200908123810/MapReduce-Architectur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426" y="249511"/>
            <a:ext cx="7927795" cy="6126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98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https://dezyre.gumlet.io/images/blog/hadoop-architecture-explained-what-it-is-and-why-it-matters/Hadoop_MapReduce_Architecture.png?w=1242&amp;dpr=1.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704" y="365125"/>
            <a:ext cx="8718676" cy="592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6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https://hadoop.apache.org/docs/r1.2.1/images/hdfsarchitecture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674" y="217542"/>
            <a:ext cx="8873359" cy="613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72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https://phoenixnap.com/kb/wp-content/uploads/2021/04/hdfs-components-namenode-datanode-datanod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20081"/>
            <a:ext cx="762000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466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 descr="https://phoenixnap.com/kb/wp-content/uploads/2021/04/hdfs-components-namenode-datanode-datanod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165" y="711392"/>
            <a:ext cx="9569669" cy="522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0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 descr="https://hadoop.apache.org/docs/stable/hadoop-yarn/hadoop-yarn-site/yarn_architecture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114" y="365125"/>
            <a:ext cx="9293772" cy="57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92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 descr="https://media.geeksforgeeks.org/wp-content/uploads/HadoopYarn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42" y="616935"/>
            <a:ext cx="8296941" cy="606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74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 descr="https://miro.medium.com/v2/resize:fit:1400/1*84CHR1DLZUvFdmNRaJ2ncQ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9208"/>
            <a:ext cx="10302815" cy="579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60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 descr="https://qph.cf2.quoracdn.net/main-qimg-bc6d07a0232cc6b59ef51da1a462f1fc-lq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644" y="745879"/>
            <a:ext cx="9903292" cy="518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07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 descr="https://images.datacamp.com/image/upload/v1646397248/image14_ciwe1f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55" y="1027906"/>
            <a:ext cx="10104490" cy="513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269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035" y="1027906"/>
            <a:ext cx="10493314" cy="479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94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097" y="927017"/>
            <a:ext cx="11286568" cy="500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15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046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632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399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411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24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Big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LENOVO</dc:creator>
  <cp:lastModifiedBy>LENOVO</cp:lastModifiedBy>
  <cp:revision>2</cp:revision>
  <dcterms:created xsi:type="dcterms:W3CDTF">2024-03-01T17:03:03Z</dcterms:created>
  <dcterms:modified xsi:type="dcterms:W3CDTF">2024-03-01T17:09:05Z</dcterms:modified>
</cp:coreProperties>
</file>